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870F-B008-4932-A1AF-0A52CCBC56A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46E0-00CF-4B44-A5EE-18ABD352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352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870F-B008-4932-A1AF-0A52CCBC56A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46E0-00CF-4B44-A5EE-18ABD352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13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870F-B008-4932-A1AF-0A52CCBC56A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46E0-00CF-4B44-A5EE-18ABD352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24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870F-B008-4932-A1AF-0A52CCBC56A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46E0-00CF-4B44-A5EE-18ABD352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86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870F-B008-4932-A1AF-0A52CCBC56A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46E0-00CF-4B44-A5EE-18ABD352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47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870F-B008-4932-A1AF-0A52CCBC56A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46E0-00CF-4B44-A5EE-18ABD352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02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870F-B008-4932-A1AF-0A52CCBC56A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46E0-00CF-4B44-A5EE-18ABD352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60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870F-B008-4932-A1AF-0A52CCBC56A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46E0-00CF-4B44-A5EE-18ABD352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099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870F-B008-4932-A1AF-0A52CCBC56A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46E0-00CF-4B44-A5EE-18ABD352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454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870F-B008-4932-A1AF-0A52CCBC56A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46E0-00CF-4B44-A5EE-18ABD352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4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870F-B008-4932-A1AF-0A52CCBC56A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46E0-00CF-4B44-A5EE-18ABD352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50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7870F-B008-4932-A1AF-0A52CCBC56A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B46E0-00CF-4B44-A5EE-18ABD3526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845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4387" y="1069305"/>
            <a:ext cx="237688" cy="135986"/>
          </a:xfrm>
        </p:spPr>
        <p:txBody>
          <a:bodyPr>
            <a:normAutofit/>
          </a:bodyPr>
          <a:lstStyle/>
          <a:p>
            <a:endParaRPr lang="en-US" sz="1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flipV="1">
            <a:off x="2007538" y="773256"/>
            <a:ext cx="45719" cy="565223"/>
          </a:xfrm>
        </p:spPr>
        <p:txBody>
          <a:bodyPr>
            <a:normAutofit/>
          </a:bodyPr>
          <a:lstStyle/>
          <a:p>
            <a:endParaRPr lang="en-US" sz="100" dirty="0"/>
          </a:p>
        </p:txBody>
      </p:sp>
      <p:sp>
        <p:nvSpPr>
          <p:cNvPr id="5" name="Rectangle 4"/>
          <p:cNvSpPr/>
          <p:nvPr/>
        </p:nvSpPr>
        <p:spPr>
          <a:xfrm>
            <a:off x="873204" y="754414"/>
            <a:ext cx="1417739" cy="578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/>
              <a:t>ลูกค้า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73205" y="1333256"/>
            <a:ext cx="1417739" cy="578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-member id : number</a:t>
            </a:r>
          </a:p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-name : string</a:t>
            </a:r>
          </a:p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-</a:t>
            </a:r>
            <a:r>
              <a:rPr lang="en-US" sz="1000" dirty="0" err="1" smtClean="0">
                <a:solidFill>
                  <a:schemeClr val="tx1"/>
                </a:solidFill>
              </a:rPr>
              <a:t>phon</a:t>
            </a:r>
            <a:r>
              <a:rPr lang="en-US" sz="1000" dirty="0" smtClean="0">
                <a:solidFill>
                  <a:schemeClr val="tx1"/>
                </a:solidFill>
              </a:rPr>
              <a:t> : number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829765" y="754415"/>
            <a:ext cx="1417739" cy="578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/>
              <a:t>รถยนต์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4441291" y="754415"/>
            <a:ext cx="1417739" cy="578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/>
              <a:t>ใบจองรถ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29765" y="1333256"/>
            <a:ext cx="1417739" cy="578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-calculator id : number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-car id : number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-brand : </a:t>
            </a:r>
            <a:r>
              <a:rPr lang="en-US" sz="1000" dirty="0" smtClean="0">
                <a:solidFill>
                  <a:schemeClr val="tx1"/>
                </a:solidFill>
              </a:rPr>
              <a:t>string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41291" y="1333255"/>
            <a:ext cx="1417739" cy="578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-id : number</a:t>
            </a:r>
          </a:p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-day : string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6013" y="640940"/>
            <a:ext cx="29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1</a:t>
            </a:r>
            <a:endParaRPr lang="en-US" dirty="0"/>
          </a:p>
        </p:txBody>
      </p:sp>
      <p:sp>
        <p:nvSpPr>
          <p:cNvPr id="31" name="Diamond 30"/>
          <p:cNvSpPr/>
          <p:nvPr/>
        </p:nvSpPr>
        <p:spPr>
          <a:xfrm>
            <a:off x="4097041" y="895625"/>
            <a:ext cx="353030" cy="28942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7519372" y="721088"/>
            <a:ext cx="310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1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73204" y="2939013"/>
            <a:ext cx="1417739" cy="578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-order(): void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40" name="Straight Arrow Connector 39"/>
          <p:cNvCxnSpPr>
            <a:stCxn id="7" idx="2"/>
            <a:endCxn id="38" idx="0"/>
          </p:cNvCxnSpPr>
          <p:nvPr/>
        </p:nvCxnSpPr>
        <p:spPr>
          <a:xfrm flipH="1">
            <a:off x="1582074" y="1912097"/>
            <a:ext cx="1" cy="1026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184019" y="316043"/>
            <a:ext cx="3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สั่ง</a:t>
            </a:r>
            <a:endParaRPr lang="en-US" dirty="0"/>
          </a:p>
        </p:txBody>
      </p:sp>
      <p:sp>
        <p:nvSpPr>
          <p:cNvPr id="48" name="Diamond 47"/>
          <p:cNvSpPr/>
          <p:nvPr/>
        </p:nvSpPr>
        <p:spPr>
          <a:xfrm>
            <a:off x="5859030" y="881322"/>
            <a:ext cx="399157" cy="338283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6732156" y="385082"/>
            <a:ext cx="418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สั่ง</a:t>
            </a:r>
            <a:endParaRPr lang="en-US" dirty="0"/>
          </a:p>
        </p:txBody>
      </p:sp>
      <p:cxnSp>
        <p:nvCxnSpPr>
          <p:cNvPr id="60" name="Straight Connector 59"/>
          <p:cNvCxnSpPr>
            <a:stCxn id="31" idx="3"/>
            <a:endCxn id="5" idx="3"/>
          </p:cNvCxnSpPr>
          <p:nvPr/>
        </p:nvCxnSpPr>
        <p:spPr>
          <a:xfrm flipH="1">
            <a:off x="2290943" y="1040335"/>
            <a:ext cx="2159128" cy="3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48" idx="1"/>
            <a:endCxn id="11" idx="1"/>
          </p:cNvCxnSpPr>
          <p:nvPr/>
        </p:nvCxnSpPr>
        <p:spPr>
          <a:xfrm flipV="1">
            <a:off x="5859030" y="1043836"/>
            <a:ext cx="1970735" cy="6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29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48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Cordia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</dc:creator>
  <cp:lastModifiedBy>COM</cp:lastModifiedBy>
  <cp:revision>6</cp:revision>
  <dcterms:created xsi:type="dcterms:W3CDTF">2026-10-07T07:38:58Z</dcterms:created>
  <dcterms:modified xsi:type="dcterms:W3CDTF">2026-10-07T08:36:44Z</dcterms:modified>
</cp:coreProperties>
</file>